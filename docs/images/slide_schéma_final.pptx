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1CEC"/>
    <a:srgbClr val="D412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8" autoAdjust="0"/>
    <p:restoredTop sz="96323" autoAdjust="0"/>
  </p:normalViewPr>
  <p:slideViewPr>
    <p:cSldViewPr snapToGrid="0">
      <p:cViewPr varScale="1">
        <p:scale>
          <a:sx n="23" d="100"/>
          <a:sy n="23" d="100"/>
        </p:scale>
        <p:origin x="24" y="336"/>
      </p:cViewPr>
      <p:guideLst/>
    </p:cSldViewPr>
  </p:slideViewPr>
  <p:notesTextViewPr>
    <p:cViewPr>
      <p:scale>
        <a:sx n="3" d="2"/>
        <a:sy n="3" d="2"/>
      </p:scale>
      <p:origin x="0" y="-1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FD9CF-2B78-473A-8E54-23C77EB05565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6DE0B-B272-4613-8584-4481D494ED9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70629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La graphique ne prends pas les données de csv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6DE0B-B272-4613-8584-4481D494ED94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7375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30CBD-DD39-41E7-B8BD-79ACE8A67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AFA5D3-8D55-44AF-827A-D1F4FF207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57ABC-192B-4232-849F-083068F1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518B3-CA4C-4C68-B88D-B8E75F6F2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565E3-AB65-4C0F-B072-C5ABC45C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0407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CD6A-4A7A-4532-BBEF-4FE6B29A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076A4-81D9-4814-9A11-FA412BDBC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DE5CE-A5F8-437C-8C1D-A5A1B2413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9DB34-FA9C-4D89-9B90-E62BDFCB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68C68-9F4C-48A0-A8F3-DACF2482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5868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DB9D9-251E-41DD-85D2-631A48C4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D4FF-B450-4D86-AD02-FC63FAA63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AC7FE-6283-4454-80C5-C099623D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D2354-8397-43B8-A1D5-9529CE91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68389-FEC7-49FB-9230-99560979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0335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6A555-31EA-4171-8C21-DD39DC1BE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B9183-6E8C-45AA-9F8E-1DA9B7AA2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F4B525-0BD7-4370-BE07-A5F1D92B6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5A07-B8FC-4602-80FD-E7220EEA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E2C7E-445E-4F46-A166-E459FD6C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05E54-3005-4AAD-9D26-E2EE3484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99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F498-AFA2-4303-9F77-11B66A65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5988-0F0D-4A00-A073-73D475E10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81D26-2191-4ED7-811B-812497E42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56185-01E4-48AB-9DD7-6CC9784A0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15734-29F6-429C-BD93-3AD22C46F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4EC8A-525E-4839-B6BC-01FFA844A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DFEF01-DD2A-4ABF-9F53-05341693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2B013-C822-41FC-ABBF-9ECEEED1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59408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97F0-034A-4AE3-8016-C316CADA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E97DF-86A5-4479-8A18-A20472B1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19EE4-B35B-415E-975C-FA95A8A7F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7F1B1-207F-4F3E-B1A0-71DC7C4B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8984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14EEA-AF2D-41FD-870A-E7CE1951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C6BAC8-D078-49FA-851A-196A6F3F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5CE5F-BFDD-43CB-A8BD-C384C9D3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2645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6CE6-2E6A-43E4-83D7-B8851EF31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C78F9-016D-4619-B855-88B8503C2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72928-63FF-48BE-B058-A2DEC85E1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F06CE-97B0-4A4A-AA58-FE897D584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ADCC8-D0B6-4E32-8E28-04681AF3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57611-C93E-44E9-98D0-FA7F5A3D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9706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45D2-BFDB-436C-B810-27801104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DFE96-580E-42DD-9F40-B1539D418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F8285-9A49-478C-9D34-04E165327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2D5E1-974B-4749-BDE8-40CC45EB2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81E5F-7F97-4BA1-8D73-13F67281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CF2AE-DCF2-4A64-8563-B87C23F6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77278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8DF4-1051-41FB-A7EE-34160279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BE33D-4C1C-49E5-83D5-5E5728DDB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B01C-D02B-477B-A2FC-8BAE38358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2C2EF-79E0-40C1-9248-E087FBAD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4C962-A720-47A3-BD08-A01A6401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02708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7C696A-5B60-4589-80A9-A14A9AD25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B0798-77A9-4A7F-87C3-ABA3EECCC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47041-7B80-4091-9EF8-0ACFD878B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DD558-ED50-437F-9BEF-608E5844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B02CD-26E7-4C2B-8A7D-866CB624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3659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3896D-8068-42D0-9A2B-BC3D198D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48FF3-63CD-4448-ACD0-C41BFB3CA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C9A64-A587-4F5D-857C-030309A87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72E8C-92B9-4966-A9CF-57CDDEF38BAB}" type="datetimeFigureOut">
              <a:rPr lang="fr-CH" smtClean="0"/>
              <a:t>09.06.2026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D5417-FF0C-408E-8C40-B02CF3AC8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9EA36-E67B-47E3-8442-C6F89E9A6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80170-4AA7-4F04-8EB6-D37F6EFDC0E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5291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96">
            <a:extLst>
              <a:ext uri="{FF2B5EF4-FFF2-40B4-BE49-F238E27FC236}">
                <a16:creationId xmlns:a16="http://schemas.microsoft.com/office/drawing/2014/main" id="{AF3B36B7-F473-4606-A29C-F836474094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146281" y="159513"/>
            <a:ext cx="45719" cy="45719"/>
          </a:xfrm>
          <a:prstGeom prst="ellipse">
            <a:avLst/>
          </a:prstGeom>
          <a:solidFill>
            <a:srgbClr val="1B195B">
              <a:alpha val="0"/>
            </a:srgbClr>
          </a:solidFill>
          <a:ln w="38100">
            <a:solidFill>
              <a:srgbClr val="1B195B">
                <a:alpha val="9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55FBCF94-5FAA-4BD8-8440-B23FD36DC9E6}"/>
              </a:ext>
            </a:extLst>
          </p:cNvPr>
          <p:cNvSpPr txBox="1">
            <a:spLocks/>
          </p:cNvSpPr>
          <p:nvPr/>
        </p:nvSpPr>
        <p:spPr>
          <a:xfrm>
            <a:off x="297178" y="512507"/>
            <a:ext cx="5557522" cy="5415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sz="3600" spc="-150" dirty="0"/>
              <a:t>ARCHITECTURE DE L’APPLICATION</a:t>
            </a:r>
          </a:p>
        </p:txBody>
      </p:sp>
      <p:pic>
        <p:nvPicPr>
          <p:cNvPr id="6" name="Espace réservé du contenu 4">
            <a:extLst>
              <a:ext uri="{FF2B5EF4-FFF2-40B4-BE49-F238E27FC236}">
                <a16:creationId xmlns:a16="http://schemas.microsoft.com/office/drawing/2014/main" id="{45B757A5-D73E-49FD-8266-FB418D9AFFE0}"/>
              </a:ext>
            </a:extLst>
          </p:cNvPr>
          <p:cNvPicPr>
            <a:picLocks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7856" y="84126"/>
            <a:ext cx="690003" cy="2009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4E90B2-CFF0-4902-A24E-A8B207939E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41732"/>
            <a:ext cx="9407576" cy="85725"/>
          </a:xfrm>
          <a:prstGeom prst="rect">
            <a:avLst/>
          </a:prstGeom>
          <a:solidFill>
            <a:srgbClr val="1B19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8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8F93D65-D332-4D45-AD63-54C8A16FDB6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65" r="37032" b="35071"/>
          <a:stretch/>
        </p:blipFill>
        <p:spPr bwMode="auto">
          <a:xfrm>
            <a:off x="10667708" y="5828"/>
            <a:ext cx="876553" cy="4432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B8A06B-2943-487C-9698-3E08DFF3E8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914934" y="141732"/>
            <a:ext cx="277065" cy="85725"/>
          </a:xfrm>
          <a:prstGeom prst="rect">
            <a:avLst/>
          </a:prstGeom>
          <a:solidFill>
            <a:srgbClr val="1B19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Triangle isocèle 32">
            <a:extLst>
              <a:ext uri="{FF2B5EF4-FFF2-40B4-BE49-F238E27FC236}">
                <a16:creationId xmlns:a16="http://schemas.microsoft.com/office/drawing/2014/main" id="{FC0EDDC1-E2E5-4597-90AC-2C38D9C1C8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464569" y="87125"/>
            <a:ext cx="84136" cy="198120"/>
          </a:xfrm>
          <a:prstGeom prst="triangle">
            <a:avLst/>
          </a:prstGeom>
          <a:solidFill>
            <a:srgbClr val="1B19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Triangle isocèle 105">
            <a:extLst>
              <a:ext uri="{FF2B5EF4-FFF2-40B4-BE49-F238E27FC236}">
                <a16:creationId xmlns:a16="http://schemas.microsoft.com/office/drawing/2014/main" id="{43A1EBD7-AB1F-4D6D-9CFA-384F8BEF50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773012" y="86803"/>
            <a:ext cx="85724" cy="198120"/>
          </a:xfrm>
          <a:prstGeom prst="triangle">
            <a:avLst/>
          </a:prstGeom>
          <a:solidFill>
            <a:srgbClr val="1B19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12" name="Connecteur droit 13">
            <a:extLst>
              <a:ext uri="{FF2B5EF4-FFF2-40B4-BE49-F238E27FC236}">
                <a16:creationId xmlns:a16="http://schemas.microsoft.com/office/drawing/2014/main" id="{72C06708-09BC-4793-97F0-629402C77757}"/>
              </a:ext>
            </a:extLst>
          </p:cNvPr>
          <p:cNvCxnSpPr>
            <a:cxnSpLocks/>
          </p:cNvCxnSpPr>
          <p:nvPr/>
        </p:nvCxnSpPr>
        <p:spPr>
          <a:xfrm>
            <a:off x="0" y="796003"/>
            <a:ext cx="2971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7">
            <a:extLst>
              <a:ext uri="{FF2B5EF4-FFF2-40B4-BE49-F238E27FC236}">
                <a16:creationId xmlns:a16="http://schemas.microsoft.com/office/drawing/2014/main" id="{C8ABFD26-A98A-4444-B7A3-EAEBC5F1C7FB}"/>
              </a:ext>
            </a:extLst>
          </p:cNvPr>
          <p:cNvCxnSpPr>
            <a:cxnSpLocks/>
          </p:cNvCxnSpPr>
          <p:nvPr/>
        </p:nvCxnSpPr>
        <p:spPr>
          <a:xfrm>
            <a:off x="5822883" y="805528"/>
            <a:ext cx="3638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5DBE119C-A9CC-4617-9213-16CB652B9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4956" y="2842533"/>
            <a:ext cx="7962900" cy="1695450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10BA581-9867-4957-ADA1-C3BB906024B8}"/>
              </a:ext>
            </a:extLst>
          </p:cNvPr>
          <p:cNvSpPr/>
          <p:nvPr/>
        </p:nvSpPr>
        <p:spPr>
          <a:xfrm>
            <a:off x="6115435" y="3742852"/>
            <a:ext cx="685800" cy="1809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0M!</a:t>
            </a:r>
            <a:endParaRPr lang="fr-CH" sz="14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BB061D-2D9D-4DBB-9B50-C006D8A6202C}"/>
              </a:ext>
            </a:extLst>
          </p:cNvPr>
          <p:cNvSpPr/>
          <p:nvPr/>
        </p:nvSpPr>
        <p:spPr>
          <a:xfrm>
            <a:off x="4959203" y="3742848"/>
            <a:ext cx="669867" cy="18097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chemeClr val="tx1"/>
                </a:solidFill>
              </a:rPr>
              <a:t>10101011</a:t>
            </a:r>
            <a:endParaRPr lang="fr-CH" sz="9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4379C0-6FE5-4B9A-B0F8-3224983FB872}"/>
              </a:ext>
            </a:extLst>
          </p:cNvPr>
          <p:cNvSpPr/>
          <p:nvPr/>
        </p:nvSpPr>
        <p:spPr>
          <a:xfrm>
            <a:off x="3330328" y="3742848"/>
            <a:ext cx="669867" cy="18097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chemeClr val="tx1"/>
                </a:solidFill>
              </a:rPr>
              <a:t>00010111</a:t>
            </a:r>
            <a:endParaRPr lang="fr-CH" sz="9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BBB0D29-2FFE-4D39-8389-FC265FA33D2A}"/>
              </a:ext>
            </a:extLst>
          </p:cNvPr>
          <p:cNvSpPr/>
          <p:nvPr/>
        </p:nvSpPr>
        <p:spPr>
          <a:xfrm>
            <a:off x="4959203" y="3742848"/>
            <a:ext cx="669867" cy="180975"/>
          </a:xfrm>
          <a:prstGeom prst="roundRect">
            <a:avLst/>
          </a:prstGeom>
          <a:gradFill>
            <a:gsLst>
              <a:gs pos="47000">
                <a:srgbClr val="0070C0"/>
              </a:gs>
              <a:gs pos="47000">
                <a:srgbClr val="00B050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chemeClr val="tx1"/>
                </a:solidFill>
              </a:rPr>
              <a:t>24°, 45% </a:t>
            </a:r>
            <a:endParaRPr lang="fr-CH" sz="900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FC1B93-F16F-4CE8-B4E0-06C70CCFFC12}"/>
              </a:ext>
            </a:extLst>
          </p:cNvPr>
          <p:cNvSpPr/>
          <p:nvPr/>
        </p:nvSpPr>
        <p:spPr>
          <a:xfrm>
            <a:off x="5610226" y="3779360"/>
            <a:ext cx="109538" cy="107950"/>
          </a:xfrm>
          <a:prstGeom prst="ellipse">
            <a:avLst/>
          </a:prstGeom>
          <a:gradFill>
            <a:gsLst>
              <a:gs pos="50000">
                <a:srgbClr val="0070C0"/>
              </a:gs>
              <a:gs pos="50000">
                <a:srgbClr val="00B050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53F243-3DEB-4A79-8935-A6A4044F51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1325" y="2981326"/>
            <a:ext cx="1057275" cy="62626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0F1568C-F4C3-4FD1-A7A4-181EEFFABA2D}"/>
              </a:ext>
            </a:extLst>
          </p:cNvPr>
          <p:cNvSpPr txBox="1"/>
          <p:nvPr/>
        </p:nvSpPr>
        <p:spPr>
          <a:xfrm>
            <a:off x="6773863" y="3092024"/>
            <a:ext cx="123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>
                <a:solidFill>
                  <a:srgbClr val="0070C0"/>
                </a:solidFill>
              </a:rPr>
              <a:t>Température : 24°</a:t>
            </a:r>
          </a:p>
          <a:p>
            <a:r>
              <a:rPr lang="fr-CH" sz="1000" dirty="0">
                <a:solidFill>
                  <a:srgbClr val="00B050"/>
                </a:solidFill>
              </a:rPr>
              <a:t>Humidité : 45%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A4366CD-1C43-4A76-AE67-D49C7C0A2C3D}"/>
              </a:ext>
            </a:extLst>
          </p:cNvPr>
          <p:cNvSpPr/>
          <p:nvPr/>
        </p:nvSpPr>
        <p:spPr>
          <a:xfrm>
            <a:off x="7265193" y="3768185"/>
            <a:ext cx="109538" cy="107950"/>
          </a:xfrm>
          <a:prstGeom prst="ellipse">
            <a:avLst/>
          </a:prstGeom>
          <a:gradFill>
            <a:gsLst>
              <a:gs pos="45000">
                <a:srgbClr val="0070C0"/>
              </a:gs>
              <a:gs pos="45000">
                <a:srgbClr val="00B050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9D81C48-F2CB-47AA-B755-684AE101BBDD}"/>
              </a:ext>
            </a:extLst>
          </p:cNvPr>
          <p:cNvSpPr/>
          <p:nvPr/>
        </p:nvSpPr>
        <p:spPr>
          <a:xfrm>
            <a:off x="8458200" y="3709766"/>
            <a:ext cx="136525" cy="45719"/>
          </a:xfrm>
          <a:prstGeom prst="roundRect">
            <a:avLst/>
          </a:prstGeom>
          <a:gradFill>
            <a:gsLst>
              <a:gs pos="45000">
                <a:srgbClr val="0070C0"/>
              </a:gs>
              <a:gs pos="45000">
                <a:srgbClr val="00B050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925653B-AB8E-4CAB-88CF-BFAD2A2EE26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983" t="22676" b="19313"/>
          <a:stretch/>
        </p:blipFill>
        <p:spPr>
          <a:xfrm>
            <a:off x="6852712" y="3030924"/>
            <a:ext cx="957787" cy="52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7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22222E-6 L -0.0961 -0.00023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9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5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22222E-6 L -0.13476 0.0002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22222E-6 L 0.1336 2.22222E-6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5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0.13542 -0.00139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1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2.59259E-6 L 0.08672 -0.06482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6" y="-3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96296E-6 L -0.10104 -0.05833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52" y="-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2" animBg="1"/>
      <p:bldP spid="34" grpId="3" animBg="1"/>
      <p:bldP spid="3" grpId="0" animBg="1"/>
      <p:bldP spid="3" grpId="1" animBg="1"/>
      <p:bldP spid="3" grpId="2" animBg="1"/>
      <p:bldP spid="15" grpId="0" animBg="1"/>
      <p:bldP spid="15" grpId="1" animBg="1"/>
      <p:bldP spid="15" grpId="2" animBg="1"/>
      <p:bldP spid="16" grpId="0" animBg="1"/>
      <p:bldP spid="16" grpId="1" animBg="1"/>
      <p:bldP spid="17" grpId="0" animBg="1"/>
      <p:bldP spid="17" grpId="1" animBg="1"/>
      <p:bldP spid="17" grpId="2" animBg="1"/>
      <p:bldP spid="20" grpId="0"/>
      <p:bldP spid="20" grpId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29</Words>
  <Application>Microsoft Office PowerPoint</Application>
  <PresentationFormat>Grand écran</PresentationFormat>
  <Paragraphs>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Piraven Rajaratnam</dc:creator>
  <cp:lastModifiedBy>Veronika Skupovska</cp:lastModifiedBy>
  <cp:revision>24</cp:revision>
  <dcterms:created xsi:type="dcterms:W3CDTF">2026-06-08T09:34:18Z</dcterms:created>
  <dcterms:modified xsi:type="dcterms:W3CDTF">2026-06-09T12:50:24Z</dcterms:modified>
</cp:coreProperties>
</file>